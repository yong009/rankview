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120555-57D8-F564-AC73-5D427C2FF1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014EA92-0924-5770-501B-1455B7933A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CDCAAE-7C1F-F23C-A584-1B1A44CC2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9CBB3-B3D1-4816-A09D-D774240CA2D2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99A95E-664E-4671-E112-64C86961A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9D6264-200B-A857-D676-8DA793919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89DC0-FACA-4B10-AF88-8BF4D923EE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0940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052AF6-7E8F-3CFA-4770-2EECFA26E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2FA1F1-9BA0-1743-EC05-BFA6C38F7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BE1AFD-AE73-97ED-A130-39AF35010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9CBB3-B3D1-4816-A09D-D774240CA2D2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AC00F7-44C0-DD58-BBD3-8B1FF55A6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83CA9E-A2EB-8609-608F-D44643CDB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89DC0-FACA-4B10-AF88-8BF4D923EE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98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C5F4BF-4B61-0DB1-94A0-27EF049C5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2014A1-A106-B51B-26E4-AFB17ED4C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677814-8FA3-FBF6-48E8-54F7066DE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9CBB3-B3D1-4816-A09D-D774240CA2D2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54A1D5-1C50-AC5D-8343-B5A08AA68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57D47D-C0C4-039A-7413-97FD8BF39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89DC0-FACA-4B10-AF88-8BF4D923EE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7178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A88AF8-8525-0368-715B-9B80963B1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4AC12E-849A-DEE6-E0C8-9E619CCF50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927B82-B4B9-1780-D5D5-B68AB7F741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061F82-3B4F-33E3-1C4C-F476C7A30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9CBB3-B3D1-4816-A09D-D774240CA2D2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D686F0-BF95-AC84-3136-33A5FAB4D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A73BCD-B3D4-31D0-F10F-CD24AB010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89DC0-FACA-4B10-AF88-8BF4D923EE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1996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91B001-1738-47D1-7143-EB42AB7C2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E94C19-A33D-7811-5243-6246CA995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9B3A75-D177-F49E-2BED-176FE25461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EC30CEC-CFD4-054F-9425-1B4639E826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05B3EF3-3E94-93DC-A0F0-09788CA8D8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967B0E6-3044-CB86-1A4A-FFA33689C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9CBB3-B3D1-4816-A09D-D774240CA2D2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4CF5D6B-17E0-B184-F8DA-450162B13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2C4E6A4-B163-78BA-744A-4C4AB853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89DC0-FACA-4B10-AF88-8BF4D923EE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8777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CC0895-A711-6E59-39D6-004FB92BC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172DBB0-F17D-EE86-497C-A331BED29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9CBB3-B3D1-4816-A09D-D774240CA2D2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451D41-4BBA-D8D2-B928-5DA61EE33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0C9C200-9BB5-78C9-7CDC-26F5CFDBB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89DC0-FACA-4B10-AF88-8BF4D923EE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7127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DA6C6F6-5B69-16F1-84DD-829210AAF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9CBB3-B3D1-4816-A09D-D774240CA2D2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CF4A756-7EE3-0723-C722-365C5BE30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4A594E-4D97-EC14-B4B1-0AEE02DDC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89DC0-FACA-4B10-AF88-8BF4D923EE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2092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113A74-8BA1-DED2-A987-AF038BA88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07870E-2B0A-967A-94F2-A61945812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6ACDD82-4D7D-DE70-9451-A3F8BA0526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70B63A-A4AF-5BD7-F5A3-DC21602DC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9CBB3-B3D1-4816-A09D-D774240CA2D2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80B1F3E-4891-E3BE-C3CF-AE147568C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1E5270-49E3-BBCA-2461-3903E58F8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89DC0-FACA-4B10-AF88-8BF4D923EE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1284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2CE764-C71F-FBA7-DA85-FFBB62BE5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ED7AA43-65C0-ABED-AA2C-A19F80A53C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BDAE3B7-6A36-0E65-6E37-B3F7D1DFE9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BE4318-0E1B-49B4-67D0-6E696CF52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9CBB3-B3D1-4816-A09D-D774240CA2D2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0BFD74-7129-6443-A7D6-E9DA4DB9A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55528E-CBCB-1F80-7E54-D38A489AB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89DC0-FACA-4B10-AF88-8BF4D923EE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6990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BD9DB5-7E4A-F99F-89AA-079BEA433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9B93673-CC80-EA39-1C7B-3A911641C8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D979B3-E4A7-9E5B-4A5E-AB39FB4AE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9CBB3-B3D1-4816-A09D-D774240CA2D2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34010B-5E54-AB28-1E21-5D0EE50A0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BFB306-EBD1-2303-24EC-9264136EB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89DC0-FACA-4B10-AF88-8BF4D923EE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9636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822246C-51D4-1A0A-250A-0BC52F0952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D75E09A-1A9E-8997-76DC-C827F3D1DA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DDB2CF-AB48-1EB5-7BF9-86852BDC0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9CBB3-B3D1-4816-A09D-D774240CA2D2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ED3370-7ECD-6B12-BF6E-6E0EBDDC7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76C398-3730-93BD-43B6-638E06657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89DC0-FACA-4B10-AF88-8BF4D923EE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9925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A0CFC2B-D87A-8E6F-F480-52C1E1140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2DA24EB-B016-EB58-822A-A1619BBA8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7E4DC0-0A79-6982-21F9-8AE297159E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D9CBB3-B3D1-4816-A09D-D774240CA2D2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4073F1-0F00-4105-6DBF-51C62A4E8E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87C8A7-C2EB-4DC2-400D-5F07303CBE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689DC0-FACA-4B10-AF88-8BF4D923EE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5301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B447F966-A40A-6968-272C-4AD7FC5EC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197"/>
            <a:ext cx="12192000" cy="576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118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D3958DA-425D-628B-3CB9-9B7A2231C0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2394" y="1691869"/>
            <a:ext cx="6832080" cy="493467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6A484EE-BB9B-73DB-53F4-244D0CF29D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4606" y="1428205"/>
            <a:ext cx="6832079" cy="46269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C9038A1-EC69-4722-0B3F-2DE153738FF2}"/>
              </a:ext>
            </a:extLst>
          </p:cNvPr>
          <p:cNvSpPr txBox="1"/>
          <p:nvPr/>
        </p:nvSpPr>
        <p:spPr>
          <a:xfrm>
            <a:off x="1741714" y="802818"/>
            <a:ext cx="710002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dirty="0"/>
              <a:t>이렇게 화면이 나오게 해주시면 됩니다</a:t>
            </a:r>
            <a:r>
              <a:rPr lang="en-US" altLang="ko-KR" sz="3000" dirty="0"/>
              <a:t>!!</a:t>
            </a:r>
            <a:endParaRPr lang="ko-KR" altLang="en-US" sz="3000" dirty="0"/>
          </a:p>
        </p:txBody>
      </p:sp>
    </p:spTree>
    <p:extLst>
      <p:ext uri="{BB962C8B-B14F-4D97-AF65-F5344CB8AC3E}">
        <p14:creationId xmlns:p14="http://schemas.microsoft.com/office/powerpoint/2010/main" val="819759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19B345-5D44-2BB2-7AC7-A2F63C223FD6}"/>
              </a:ext>
            </a:extLst>
          </p:cNvPr>
          <p:cNvSpPr txBox="1"/>
          <p:nvPr/>
        </p:nvSpPr>
        <p:spPr>
          <a:xfrm>
            <a:off x="1480457" y="2567226"/>
            <a:ext cx="857638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000" dirty="0" err="1"/>
              <a:t>일딴</a:t>
            </a:r>
            <a:r>
              <a:rPr lang="ko-KR" altLang="en-US" sz="5000" dirty="0"/>
              <a:t> 여기까지 키워드 끝</a:t>
            </a:r>
            <a:r>
              <a:rPr lang="en-US" altLang="ko-KR" sz="5000" dirty="0"/>
              <a:t>!!!!!!!</a:t>
            </a:r>
            <a:endParaRPr lang="ko-KR" altLang="en-US" sz="5000" dirty="0"/>
          </a:p>
        </p:txBody>
      </p:sp>
    </p:spTree>
    <p:extLst>
      <p:ext uri="{BB962C8B-B14F-4D97-AF65-F5344CB8AC3E}">
        <p14:creationId xmlns:p14="http://schemas.microsoft.com/office/powerpoint/2010/main" val="124469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56FBD7-4822-633F-9CF8-7EA87A2ADB48}"/>
              </a:ext>
            </a:extLst>
          </p:cNvPr>
          <p:cNvSpPr txBox="1"/>
          <p:nvPr/>
        </p:nvSpPr>
        <p:spPr>
          <a:xfrm>
            <a:off x="4214949" y="2760617"/>
            <a:ext cx="460895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000" dirty="0"/>
              <a:t>대시보드</a:t>
            </a:r>
            <a:r>
              <a:rPr lang="en-US" altLang="ko-KR" sz="5000" dirty="0"/>
              <a:t>!!!!!!!!!!</a:t>
            </a:r>
            <a:endParaRPr lang="ko-KR" altLang="en-US" sz="5000" dirty="0"/>
          </a:p>
        </p:txBody>
      </p:sp>
    </p:spTree>
    <p:extLst>
      <p:ext uri="{BB962C8B-B14F-4D97-AF65-F5344CB8AC3E}">
        <p14:creationId xmlns:p14="http://schemas.microsoft.com/office/powerpoint/2010/main" val="3712801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D96F9D1-8F2F-A449-87BE-955DC96F75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960" y="0"/>
            <a:ext cx="12192000" cy="58063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A99585-FA2E-57B2-07A4-8425B3E1AADC}"/>
              </a:ext>
            </a:extLst>
          </p:cNvPr>
          <p:cNvSpPr txBox="1"/>
          <p:nvPr/>
        </p:nvSpPr>
        <p:spPr>
          <a:xfrm>
            <a:off x="3143794" y="6148252"/>
            <a:ext cx="4570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대시보드에서 폴더를 만들 필요가 없어요</a:t>
            </a:r>
            <a:r>
              <a:rPr lang="en-US" altLang="ko-KR" dirty="0"/>
              <a:t>!!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4498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D76F80A-D9B5-1508-0082-9E48D6F159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0102"/>
            <a:ext cx="12192000" cy="5737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67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B3C2EC6-B91E-4242-A8ED-F3DEEA83FA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6599"/>
            <a:ext cx="12192000" cy="5764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946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409E2BC-706F-3CE0-E854-877722C524E8}"/>
              </a:ext>
            </a:extLst>
          </p:cNvPr>
          <p:cNvSpPr txBox="1"/>
          <p:nvPr/>
        </p:nvSpPr>
        <p:spPr>
          <a:xfrm>
            <a:off x="87087" y="5842337"/>
            <a:ext cx="11912769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이게 기본 대시보드 틀 입니다</a:t>
            </a:r>
            <a:r>
              <a:rPr lang="en-US" altLang="ko-KR" sz="1500" dirty="0"/>
              <a:t> </a:t>
            </a:r>
            <a:r>
              <a:rPr lang="ko-KR" altLang="en-US" sz="1500" dirty="0"/>
              <a:t>대분류 </a:t>
            </a:r>
            <a:r>
              <a:rPr lang="en-US" altLang="ko-KR" sz="1500" dirty="0"/>
              <a:t>&gt; </a:t>
            </a:r>
            <a:r>
              <a:rPr lang="ko-KR" altLang="en-US" sz="1500" dirty="0"/>
              <a:t>반지를 선택하면 </a:t>
            </a:r>
            <a:r>
              <a:rPr lang="en-US" altLang="ko-KR" sz="1500" dirty="0"/>
              <a:t> </a:t>
            </a:r>
            <a:r>
              <a:rPr lang="ko-KR" altLang="en-US" sz="1500" dirty="0"/>
              <a:t>반지 폴더 안에 등록된 폴더가 </a:t>
            </a:r>
            <a:r>
              <a:rPr lang="ko-KR" altLang="en-US" sz="1500" dirty="0" err="1"/>
              <a:t>이런식으로</a:t>
            </a:r>
            <a:r>
              <a:rPr lang="ko-KR" altLang="en-US" sz="1500" dirty="0"/>
              <a:t> 보이게 </a:t>
            </a:r>
            <a:r>
              <a:rPr lang="ko-KR" altLang="en-US" sz="1500" dirty="0" err="1"/>
              <a:t>되는거에요</a:t>
            </a:r>
            <a:endParaRPr lang="en-US" altLang="ko-KR" sz="1500" dirty="0"/>
          </a:p>
          <a:p>
            <a:r>
              <a:rPr lang="ko-KR" altLang="en-US" sz="1500" dirty="0"/>
              <a:t>처음에는 이미지를 등록을 </a:t>
            </a:r>
            <a:r>
              <a:rPr lang="ko-KR" altLang="en-US" sz="1500" dirty="0" err="1"/>
              <a:t>안했으니</a:t>
            </a:r>
            <a:r>
              <a:rPr lang="ko-KR" altLang="en-US" sz="1500" dirty="0"/>
              <a:t> 이미지는 </a:t>
            </a:r>
            <a:r>
              <a:rPr lang="ko-KR" altLang="en-US" sz="1500" dirty="0" err="1"/>
              <a:t>없을거고</a:t>
            </a:r>
            <a:r>
              <a:rPr lang="en-US" altLang="ko-KR" sz="1500" dirty="0"/>
              <a:t>, </a:t>
            </a:r>
            <a:r>
              <a:rPr lang="ko-KR" altLang="en-US" sz="1500" dirty="0"/>
              <a:t>상품명 부분도 입력을 </a:t>
            </a:r>
            <a:r>
              <a:rPr lang="ko-KR" altLang="en-US" sz="1500" dirty="0" err="1"/>
              <a:t>안했으니</a:t>
            </a:r>
            <a:r>
              <a:rPr lang="ko-KR" altLang="en-US" sz="1500" dirty="0"/>
              <a:t> 빈 공란이 되는 상태가 맞습니다</a:t>
            </a:r>
            <a:r>
              <a:rPr lang="en-US" altLang="ko-KR" sz="1500" dirty="0"/>
              <a:t>.</a:t>
            </a:r>
          </a:p>
          <a:p>
            <a:r>
              <a:rPr lang="ko-KR" altLang="en-US" sz="1500" dirty="0"/>
              <a:t>노란색 표시가 상품번호</a:t>
            </a:r>
            <a:r>
              <a:rPr lang="en-US" altLang="ko-KR" sz="1500" dirty="0"/>
              <a:t>= </a:t>
            </a:r>
            <a:r>
              <a:rPr lang="ko-KR" altLang="en-US" sz="1500" dirty="0"/>
              <a:t>즉 폴더 명과 동일하게 나오면 </a:t>
            </a:r>
            <a:r>
              <a:rPr lang="ko-KR" altLang="en-US" sz="1500" dirty="0" err="1"/>
              <a:t>되는거에요</a:t>
            </a:r>
            <a:r>
              <a:rPr lang="en-US" altLang="ko-KR" sz="1500" dirty="0"/>
              <a:t>. </a:t>
            </a:r>
          </a:p>
          <a:p>
            <a:r>
              <a:rPr lang="ko-KR" altLang="en-US" sz="1500" dirty="0"/>
              <a:t>제가 지금 보여드린 사진 </a:t>
            </a:r>
            <a:r>
              <a:rPr lang="ko-KR" altLang="en-US" sz="1500" dirty="0" err="1"/>
              <a:t>처럼</a:t>
            </a:r>
            <a:r>
              <a:rPr lang="ko-KR" altLang="en-US" sz="1500" dirty="0"/>
              <a:t> 나오게 하면 되는 겁니다</a:t>
            </a:r>
            <a:r>
              <a:rPr lang="en-US" altLang="ko-KR" sz="1500" dirty="0"/>
              <a:t>!!</a:t>
            </a:r>
          </a:p>
          <a:p>
            <a:endParaRPr lang="ko-KR" altLang="en-US" sz="15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C722933-B915-ADEA-B1DD-1FE47DFA7B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79136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F31F980-91C8-6572-7BFC-DE2EEBB8C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550" y="2600732"/>
            <a:ext cx="9504307" cy="105686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29965C8-3F17-3628-0C7B-57ECA7B7B5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550" y="3667614"/>
            <a:ext cx="9504307" cy="105686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59CB472-EE93-5599-8262-069C78FE2A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549" y="4724481"/>
            <a:ext cx="9504307" cy="1056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148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B13C67F-E210-E391-7E43-CF2D8FAE01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7197" cy="13585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612134-CFDB-C172-80D1-4D30BA830D8C}"/>
              </a:ext>
            </a:extLst>
          </p:cNvPr>
          <p:cNvSpPr txBox="1"/>
          <p:nvPr/>
        </p:nvSpPr>
        <p:spPr>
          <a:xfrm>
            <a:off x="949235" y="1715589"/>
            <a:ext cx="97448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그리고 여기서 윗줄 숫자 기재 되어 있는 것은 </a:t>
            </a:r>
            <a:r>
              <a:rPr lang="ko-KR" altLang="en-US" dirty="0" err="1"/>
              <a:t>유입율</a:t>
            </a:r>
            <a:r>
              <a:rPr lang="ko-KR" altLang="en-US" dirty="0"/>
              <a:t> 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그리고 그 아래칸은 비고란</a:t>
            </a:r>
            <a:r>
              <a:rPr lang="en-US" altLang="ko-KR" dirty="0"/>
              <a:t>- </a:t>
            </a:r>
            <a:r>
              <a:rPr lang="ko-KR" altLang="en-US" dirty="0"/>
              <a:t>제가 직접 입력하는 공간 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여기서 수동으로 제가 입력하는 공간은</a:t>
            </a:r>
            <a:endParaRPr lang="en-US" altLang="ko-KR" dirty="0"/>
          </a:p>
          <a:p>
            <a:r>
              <a:rPr lang="ko-KR" altLang="en-US" dirty="0"/>
              <a:t>상품명 </a:t>
            </a:r>
            <a:r>
              <a:rPr lang="en-US" altLang="ko-KR" dirty="0"/>
              <a:t>, </a:t>
            </a:r>
            <a:r>
              <a:rPr lang="ko-KR" altLang="en-US" dirty="0"/>
              <a:t>비고란 입니다</a:t>
            </a:r>
            <a:r>
              <a:rPr lang="en-US" altLang="ko-KR" dirty="0"/>
              <a:t>. </a:t>
            </a:r>
            <a:r>
              <a:rPr lang="ko-KR" altLang="en-US" dirty="0"/>
              <a:t>이해 되시죠</a:t>
            </a:r>
            <a:r>
              <a:rPr lang="en-US" altLang="ko-KR" dirty="0"/>
              <a:t>?!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0749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D064B7-AE39-670A-B0F8-464641A3A8CF}"/>
              </a:ext>
            </a:extLst>
          </p:cNvPr>
          <p:cNvSpPr txBox="1"/>
          <p:nvPr/>
        </p:nvSpPr>
        <p:spPr>
          <a:xfrm>
            <a:off x="4145280" y="148046"/>
            <a:ext cx="347883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dirty="0" err="1"/>
              <a:t>유입율</a:t>
            </a:r>
            <a:r>
              <a:rPr lang="ko-KR" altLang="en-US" sz="3000" dirty="0"/>
              <a:t> 입력 방법</a:t>
            </a:r>
            <a:r>
              <a:rPr lang="en-US" altLang="ko-KR" sz="3000" dirty="0"/>
              <a:t>!!!</a:t>
            </a:r>
            <a:endParaRPr lang="ko-KR" altLang="en-US" sz="3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B42CBF0-5E61-8782-4ABA-BCE38E68E6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5951" y="702044"/>
            <a:ext cx="5396049" cy="58111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480B93-DA66-348C-A585-1AF9D6FDC470}"/>
              </a:ext>
            </a:extLst>
          </p:cNvPr>
          <p:cNvSpPr txBox="1"/>
          <p:nvPr/>
        </p:nvSpPr>
        <p:spPr>
          <a:xfrm>
            <a:off x="0" y="923109"/>
            <a:ext cx="751680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여기서 </a:t>
            </a:r>
            <a:r>
              <a:rPr lang="en-US" altLang="ko-KR" dirty="0"/>
              <a:t>B</a:t>
            </a:r>
            <a:r>
              <a:rPr lang="ko-KR" altLang="en-US" dirty="0"/>
              <a:t>열 필터를 클릭</a:t>
            </a:r>
            <a:r>
              <a:rPr lang="en-US" altLang="ko-KR" dirty="0"/>
              <a:t> </a:t>
            </a:r>
            <a:r>
              <a:rPr lang="ko-KR" altLang="en-US" dirty="0"/>
              <a:t>하면 상품 번호가 조회가</a:t>
            </a:r>
            <a:r>
              <a:rPr lang="en-US" altLang="ko-KR" dirty="0"/>
              <a:t> </a:t>
            </a:r>
            <a:r>
              <a:rPr lang="ko-KR" altLang="en-US" dirty="0"/>
              <a:t>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예시를 </a:t>
            </a:r>
            <a:r>
              <a:rPr lang="ko-KR" altLang="en-US" dirty="0" err="1"/>
              <a:t>들어볼게요</a:t>
            </a:r>
            <a:r>
              <a:rPr lang="en-US" altLang="ko-KR" dirty="0"/>
              <a:t> </a:t>
            </a:r>
            <a:r>
              <a:rPr lang="ko-KR" altLang="en-US" dirty="0"/>
              <a:t>제가 총 상품번호로 만든</a:t>
            </a:r>
            <a:r>
              <a:rPr lang="en-US" altLang="ko-KR" dirty="0"/>
              <a:t> </a:t>
            </a:r>
          </a:p>
          <a:p>
            <a:r>
              <a:rPr lang="ko-KR" altLang="en-US" dirty="0"/>
              <a:t>폴더가 </a:t>
            </a:r>
            <a:r>
              <a:rPr lang="en-US" altLang="ko-KR" dirty="0"/>
              <a:t>60</a:t>
            </a:r>
            <a:r>
              <a:rPr lang="ko-KR" altLang="en-US" dirty="0"/>
              <a:t>개라고 가정을 합니다</a:t>
            </a:r>
            <a:endParaRPr lang="en-US" altLang="ko-KR" dirty="0"/>
          </a:p>
          <a:p>
            <a:r>
              <a:rPr lang="ko-KR" altLang="en-US" dirty="0"/>
              <a:t>근데 엑셀에는 </a:t>
            </a:r>
            <a:r>
              <a:rPr lang="en-US" altLang="ko-KR" dirty="0"/>
              <a:t>20</a:t>
            </a:r>
            <a:r>
              <a:rPr lang="ko-KR" altLang="en-US" dirty="0"/>
              <a:t>개 정도 밖에 없을 수도 있어요</a:t>
            </a:r>
            <a:endParaRPr lang="en-US" altLang="ko-KR" dirty="0"/>
          </a:p>
          <a:p>
            <a:r>
              <a:rPr lang="ko-KR" altLang="en-US" dirty="0"/>
              <a:t>그러면 해당 엑셀을 업로드 해서 반영하게 되면</a:t>
            </a:r>
            <a:endParaRPr lang="en-US" altLang="ko-KR" dirty="0"/>
          </a:p>
          <a:p>
            <a:r>
              <a:rPr lang="en-US" altLang="ko-KR" dirty="0"/>
              <a:t>20</a:t>
            </a:r>
            <a:r>
              <a:rPr lang="ko-KR" altLang="en-US" dirty="0"/>
              <a:t>개 정도의 상품번호</a:t>
            </a:r>
            <a:r>
              <a:rPr lang="en-US" altLang="ko-KR" dirty="0"/>
              <a:t>(=</a:t>
            </a:r>
            <a:r>
              <a:rPr lang="ko-KR" altLang="en-US" dirty="0" err="1"/>
              <a:t>폴더명</a:t>
            </a:r>
            <a:r>
              <a:rPr lang="en-US" altLang="ko-KR" dirty="0"/>
              <a:t>)</a:t>
            </a:r>
            <a:r>
              <a:rPr lang="ko-KR" altLang="en-US" dirty="0"/>
              <a:t>는 반영이 될 것이고</a:t>
            </a:r>
            <a:endParaRPr lang="en-US" altLang="ko-KR" dirty="0"/>
          </a:p>
          <a:p>
            <a:r>
              <a:rPr lang="ko-KR" altLang="en-US" dirty="0"/>
              <a:t>엑셀에 상품번호가 없으면 사이트 에서는 </a:t>
            </a:r>
            <a:r>
              <a:rPr lang="en-US" altLang="ko-KR" dirty="0"/>
              <a:t>“0＂</a:t>
            </a:r>
            <a:r>
              <a:rPr lang="ko-KR" altLang="en-US" dirty="0"/>
              <a:t>으로 처리가 되면 됩니다</a:t>
            </a:r>
          </a:p>
        </p:txBody>
      </p:sp>
    </p:spTree>
    <p:extLst>
      <p:ext uri="{BB962C8B-B14F-4D97-AF65-F5344CB8AC3E}">
        <p14:creationId xmlns:p14="http://schemas.microsoft.com/office/powerpoint/2010/main" val="26896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D006C45-E896-E573-05B7-1341CB7B3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960" y="41366"/>
            <a:ext cx="4511040" cy="68580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029B79E-612A-599D-6592-56478C4BF8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5794" y="0"/>
            <a:ext cx="8053081" cy="382532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2BBF5E0-75E7-3F3D-FF55-6C163C44D7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576" y="1609726"/>
            <a:ext cx="6590711" cy="7328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26E5A8B-3390-D041-E84C-3D3D1EB58B74}"/>
              </a:ext>
            </a:extLst>
          </p:cNvPr>
          <p:cNvSpPr txBox="1"/>
          <p:nvPr/>
        </p:nvSpPr>
        <p:spPr>
          <a:xfrm>
            <a:off x="96270" y="3831904"/>
            <a:ext cx="6410729" cy="263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/>
              <a:t>엑셀을 업로드 </a:t>
            </a:r>
            <a:r>
              <a:rPr lang="ko-KR" altLang="en-US" sz="1500" dirty="0" err="1"/>
              <a:t>를</a:t>
            </a:r>
            <a:r>
              <a:rPr lang="ko-KR" altLang="en-US" sz="1500" dirty="0"/>
              <a:t> 하게 되면</a:t>
            </a:r>
            <a:r>
              <a:rPr lang="en-US" altLang="ko-KR" sz="1500" dirty="0"/>
              <a:t>~~~</a:t>
            </a:r>
          </a:p>
          <a:p>
            <a:r>
              <a:rPr lang="ko-KR" altLang="en-US" sz="1500" dirty="0"/>
              <a:t>오늘 날짜가 </a:t>
            </a:r>
            <a:r>
              <a:rPr lang="en-US" altLang="ko-KR" sz="1500" dirty="0"/>
              <a:t>1</a:t>
            </a:r>
            <a:r>
              <a:rPr lang="ko-KR" altLang="en-US" sz="1500" dirty="0"/>
              <a:t>일이라고 </a:t>
            </a:r>
            <a:r>
              <a:rPr lang="ko-KR" altLang="en-US" sz="1500" dirty="0" err="1"/>
              <a:t>가정을하고</a:t>
            </a:r>
            <a:r>
              <a:rPr lang="ko-KR" altLang="en-US" sz="1500" dirty="0"/>
              <a:t> </a:t>
            </a:r>
            <a:endParaRPr lang="en-US" altLang="ko-KR" sz="1500" dirty="0"/>
          </a:p>
          <a:p>
            <a:r>
              <a:rPr lang="ko-KR" altLang="en-US" sz="1500" dirty="0"/>
              <a:t>해당 폴더</a:t>
            </a:r>
            <a:r>
              <a:rPr lang="en-US" altLang="ko-KR" sz="1500" dirty="0"/>
              <a:t>(</a:t>
            </a:r>
            <a:r>
              <a:rPr lang="ko-KR" altLang="en-US" sz="1500" dirty="0"/>
              <a:t>상품번호</a:t>
            </a:r>
            <a:r>
              <a:rPr lang="en-US" altLang="ko-KR" sz="1500" dirty="0"/>
              <a:t>)</a:t>
            </a:r>
            <a:r>
              <a:rPr lang="ko-KR" altLang="en-US" sz="1500" dirty="0"/>
              <a:t>가 존재한다고 가정을 </a:t>
            </a:r>
            <a:r>
              <a:rPr lang="ko-KR" altLang="en-US" sz="1500" dirty="0" err="1"/>
              <a:t>했을때</a:t>
            </a:r>
            <a:endParaRPr lang="en-US" altLang="ko-KR" sz="1500" dirty="0"/>
          </a:p>
          <a:p>
            <a:r>
              <a:rPr lang="en-US" altLang="ko-KR" sz="1500" dirty="0"/>
              <a:t>1</a:t>
            </a:r>
            <a:r>
              <a:rPr lang="ko-KR" altLang="en-US" sz="1500" dirty="0"/>
              <a:t>일 에는 </a:t>
            </a:r>
            <a:r>
              <a:rPr lang="en-US" altLang="ko-KR" sz="1500" dirty="0"/>
              <a:t>“4” </a:t>
            </a:r>
            <a:r>
              <a:rPr lang="ko-KR" altLang="en-US" sz="1500" dirty="0"/>
              <a:t>기재되어야 합니다</a:t>
            </a:r>
            <a:r>
              <a:rPr lang="en-US" altLang="ko-KR" sz="1500" dirty="0">
                <a:solidFill>
                  <a:srgbClr val="FF0000"/>
                </a:solidFill>
              </a:rPr>
              <a:t>(</a:t>
            </a:r>
            <a:r>
              <a:rPr lang="ko-KR" altLang="en-US" sz="1500" dirty="0">
                <a:solidFill>
                  <a:srgbClr val="FF0000"/>
                </a:solidFill>
              </a:rPr>
              <a:t>엑셀 </a:t>
            </a:r>
            <a:r>
              <a:rPr lang="en-US" altLang="ko-KR" sz="1500" dirty="0">
                <a:solidFill>
                  <a:srgbClr val="FF0000"/>
                </a:solidFill>
              </a:rPr>
              <a:t>G</a:t>
            </a:r>
            <a:r>
              <a:rPr lang="ko-KR" altLang="en-US" sz="1500" dirty="0">
                <a:solidFill>
                  <a:srgbClr val="FF0000"/>
                </a:solidFill>
              </a:rPr>
              <a:t>열 참고</a:t>
            </a:r>
            <a:r>
              <a:rPr lang="en-US" altLang="ko-KR" sz="1500" dirty="0">
                <a:solidFill>
                  <a:srgbClr val="FF0000"/>
                </a:solidFill>
              </a:rPr>
              <a:t>)</a:t>
            </a:r>
          </a:p>
          <a:p>
            <a:r>
              <a:rPr lang="ko-KR" altLang="en-US" sz="1500" dirty="0"/>
              <a:t>총합 유입율이 기재됩니다</a:t>
            </a:r>
            <a:r>
              <a:rPr lang="en-US" altLang="ko-KR" sz="1500" dirty="0"/>
              <a:t>.</a:t>
            </a:r>
          </a:p>
          <a:p>
            <a:r>
              <a:rPr lang="ko-KR" altLang="en-US" sz="1500" dirty="0"/>
              <a:t>엑셀에서 </a:t>
            </a:r>
            <a:r>
              <a:rPr lang="en-US" altLang="ko-KR" sz="1500" dirty="0"/>
              <a:t>B</a:t>
            </a:r>
            <a:r>
              <a:rPr lang="ko-KR" altLang="en-US" sz="1500" dirty="0"/>
              <a:t>열에 나오는 번호는 폴더명과 동일합니다</a:t>
            </a:r>
            <a:r>
              <a:rPr lang="en-US" altLang="ko-KR" sz="1500" dirty="0">
                <a:solidFill>
                  <a:srgbClr val="FF0000"/>
                </a:solidFill>
              </a:rPr>
              <a:t>(</a:t>
            </a:r>
            <a:r>
              <a:rPr lang="ko-KR" altLang="en-US" sz="1500" dirty="0">
                <a:solidFill>
                  <a:srgbClr val="FF0000"/>
                </a:solidFill>
              </a:rPr>
              <a:t>엑셀 </a:t>
            </a:r>
            <a:r>
              <a:rPr lang="en-US" altLang="ko-KR" sz="1500" dirty="0">
                <a:solidFill>
                  <a:srgbClr val="FF0000"/>
                </a:solidFill>
              </a:rPr>
              <a:t>B</a:t>
            </a:r>
            <a:r>
              <a:rPr lang="ko-KR" altLang="en-US" sz="1500" dirty="0">
                <a:solidFill>
                  <a:srgbClr val="FF0000"/>
                </a:solidFill>
              </a:rPr>
              <a:t>열 참고</a:t>
            </a:r>
            <a:r>
              <a:rPr lang="en-US" altLang="ko-KR" sz="1500" dirty="0">
                <a:solidFill>
                  <a:srgbClr val="FF0000"/>
                </a:solidFill>
              </a:rPr>
              <a:t>)</a:t>
            </a:r>
          </a:p>
          <a:p>
            <a:r>
              <a:rPr lang="ko-KR" altLang="en-US" sz="1500" dirty="0"/>
              <a:t>만약 폴더가 존재하지 않는다면 기재할 필요가 없습니다</a:t>
            </a:r>
            <a:endParaRPr lang="en-US" altLang="ko-KR" sz="1500" dirty="0"/>
          </a:p>
          <a:p>
            <a:r>
              <a:rPr lang="ko-KR" altLang="en-US" sz="1500" dirty="0"/>
              <a:t>대부분 </a:t>
            </a:r>
            <a:r>
              <a:rPr lang="ko-KR" altLang="en-US" sz="1500" dirty="0" err="1"/>
              <a:t>있을거에요</a:t>
            </a:r>
            <a:r>
              <a:rPr lang="en-US" altLang="ko-KR" sz="1500" dirty="0"/>
              <a:t>(</a:t>
            </a:r>
            <a:r>
              <a:rPr lang="ko-KR" altLang="en-US" sz="1500" dirty="0"/>
              <a:t>제가 상품번호를 틀리게 입력하지 않는다면</a:t>
            </a:r>
            <a:r>
              <a:rPr lang="en-US" altLang="ko-KR" sz="1500" dirty="0"/>
              <a:t>.)</a:t>
            </a:r>
          </a:p>
          <a:p>
            <a:endParaRPr lang="en-US" altLang="ko-KR" sz="1500" dirty="0"/>
          </a:p>
          <a:p>
            <a:r>
              <a:rPr lang="ko-KR" altLang="en-US" sz="1500" dirty="0"/>
              <a:t>이렇게 엑셀에 있는 모든 상품번호와 총합 유입율이 반영이 되면 됩니다</a:t>
            </a:r>
            <a:r>
              <a:rPr lang="en-US" altLang="ko-KR" sz="1500" dirty="0"/>
              <a:t>.</a:t>
            </a:r>
          </a:p>
          <a:p>
            <a:r>
              <a:rPr lang="ko-KR" altLang="en-US" sz="1500" dirty="0"/>
              <a:t>그리고 엑셀을 하루에 </a:t>
            </a:r>
            <a:r>
              <a:rPr lang="en-US" altLang="ko-KR" sz="1500" dirty="0"/>
              <a:t>3</a:t>
            </a:r>
            <a:r>
              <a:rPr lang="ko-KR" altLang="en-US" sz="1500" dirty="0"/>
              <a:t>번을 넣어도 맨 마지막 넣은 엑셀이 반영 됩니다</a:t>
            </a:r>
            <a:r>
              <a:rPr lang="en-US" altLang="ko-KR" sz="150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796E2E-9CA6-9322-064B-EC3F8D5767C0}"/>
              </a:ext>
            </a:extLst>
          </p:cNvPr>
          <p:cNvSpPr txBox="1"/>
          <p:nvPr/>
        </p:nvSpPr>
        <p:spPr>
          <a:xfrm>
            <a:off x="1995209" y="1976165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5587968483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40207B-E993-4FC1-A1BA-57E26AE5D658}"/>
              </a:ext>
            </a:extLst>
          </p:cNvPr>
          <p:cNvSpPr txBox="1"/>
          <p:nvPr/>
        </p:nvSpPr>
        <p:spPr>
          <a:xfrm>
            <a:off x="3489988" y="165874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4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4510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3EF9CB0-B3B5-03CB-BFCB-61447B3A6E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5794" y="0"/>
            <a:ext cx="11998531" cy="399495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629BF70-72DB-E7A1-CF87-27068F73B5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242" y="2049480"/>
            <a:ext cx="9499692" cy="10563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4AEC287-33C7-EFA1-88CF-1AD60E451509}"/>
              </a:ext>
            </a:extLst>
          </p:cNvPr>
          <p:cNvSpPr txBox="1"/>
          <p:nvPr/>
        </p:nvSpPr>
        <p:spPr>
          <a:xfrm>
            <a:off x="3552132" y="2653073"/>
            <a:ext cx="14510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5587968483</a:t>
            </a:r>
            <a:endParaRPr lang="ko-KR" altLang="en-US" dirty="0">
              <a:solidFill>
                <a:srgbClr val="FF0000"/>
              </a:solidFill>
            </a:endParaRPr>
          </a:p>
          <a:p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1579D9-7FEA-23AF-3907-774E820A4FCF}"/>
              </a:ext>
            </a:extLst>
          </p:cNvPr>
          <p:cNvSpPr txBox="1"/>
          <p:nvPr/>
        </p:nvSpPr>
        <p:spPr>
          <a:xfrm>
            <a:off x="4438171" y="3141539"/>
            <a:ext cx="52918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5587968483 &lt;&lt; </a:t>
            </a:r>
            <a:r>
              <a:rPr lang="ko-KR" altLang="en-US" dirty="0"/>
              <a:t>상품번호나 이미지를 클릭하면</a:t>
            </a:r>
            <a:endParaRPr lang="en-US" altLang="ko-KR" dirty="0"/>
          </a:p>
          <a:p>
            <a:r>
              <a:rPr lang="ko-KR" altLang="en-US" dirty="0"/>
              <a:t>이동해서 아래 화면 </a:t>
            </a:r>
            <a:r>
              <a:rPr lang="ko-KR" altLang="en-US" dirty="0" err="1"/>
              <a:t>처럼</a:t>
            </a:r>
            <a:r>
              <a:rPr lang="ko-KR" altLang="en-US" dirty="0"/>
              <a:t> 보여지게 해주면 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299C970-9A68-9B3F-C6EF-CC47AD173D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2997"/>
            <a:ext cx="6191794" cy="29026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FB2FC49-E8FF-9822-45E7-B87D1A552C25}"/>
              </a:ext>
            </a:extLst>
          </p:cNvPr>
          <p:cNvSpPr txBox="1"/>
          <p:nvPr/>
        </p:nvSpPr>
        <p:spPr>
          <a:xfrm>
            <a:off x="6558943" y="4116344"/>
            <a:ext cx="40302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5587968483 &lt;&lt; </a:t>
            </a:r>
            <a:r>
              <a:rPr lang="ko-KR" altLang="en-US" dirty="0"/>
              <a:t>여기 폴더 안에 있는</a:t>
            </a:r>
            <a:endParaRPr lang="en-US" altLang="ko-KR" dirty="0"/>
          </a:p>
          <a:p>
            <a:r>
              <a:rPr lang="ko-KR" altLang="en-US" dirty="0"/>
              <a:t>키워드를 볼 수가 </a:t>
            </a:r>
            <a:r>
              <a:rPr lang="ko-KR" altLang="en-US" dirty="0" err="1"/>
              <a:t>있는거죠</a:t>
            </a:r>
            <a:r>
              <a:rPr lang="en-US" altLang="ko-KR" dirty="0"/>
              <a:t>!!!</a:t>
            </a:r>
          </a:p>
          <a:p>
            <a:r>
              <a:rPr lang="ko-KR" altLang="en-US" dirty="0"/>
              <a:t>이해 되셨죠</a:t>
            </a:r>
            <a:r>
              <a:rPr lang="en-US" altLang="ko-KR" dirty="0"/>
              <a:t>??!!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27400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5929E0-A3A7-092A-B6F7-2F5A93F81032}"/>
              </a:ext>
            </a:extLst>
          </p:cNvPr>
          <p:cNvSpPr txBox="1"/>
          <p:nvPr/>
        </p:nvSpPr>
        <p:spPr>
          <a:xfrm>
            <a:off x="2032802" y="2803230"/>
            <a:ext cx="830227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dirty="0"/>
              <a:t>결론 대시보드 보는 데이터와 키워드 화면에서 </a:t>
            </a:r>
            <a:endParaRPr lang="en-US" altLang="ko-KR" sz="3000" dirty="0"/>
          </a:p>
          <a:p>
            <a:r>
              <a:rPr lang="ko-KR" altLang="en-US" sz="3000" dirty="0"/>
              <a:t>보이는 방식은 전혀 별개 입니다</a:t>
            </a:r>
            <a:endParaRPr lang="en-US" altLang="ko-KR" sz="3000" dirty="0"/>
          </a:p>
          <a:p>
            <a:r>
              <a:rPr lang="ko-KR" altLang="en-US" sz="3000" dirty="0"/>
              <a:t>여기서 공유하는 건 단순히 폴더 밖에 없습니다</a:t>
            </a:r>
          </a:p>
        </p:txBody>
      </p:sp>
    </p:spTree>
    <p:extLst>
      <p:ext uri="{BB962C8B-B14F-4D97-AF65-F5344CB8AC3E}">
        <p14:creationId xmlns:p14="http://schemas.microsoft.com/office/powerpoint/2010/main" val="1065895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313</Words>
  <Application>Microsoft Office PowerPoint</Application>
  <PresentationFormat>와이드스크린</PresentationFormat>
  <Paragraphs>43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. james</dc:creator>
  <cp:lastModifiedBy>. james</cp:lastModifiedBy>
  <cp:revision>6</cp:revision>
  <dcterms:created xsi:type="dcterms:W3CDTF">2026-03-19T16:37:14Z</dcterms:created>
  <dcterms:modified xsi:type="dcterms:W3CDTF">2026-03-19T16:53:57Z</dcterms:modified>
</cp:coreProperties>
</file>